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01" r:id="rId3"/>
    <p:sldId id="405" r:id="rId4"/>
    <p:sldId id="408" r:id="rId5"/>
    <p:sldId id="409" r:id="rId6"/>
    <p:sldId id="413" r:id="rId7"/>
    <p:sldId id="414" r:id="rId8"/>
    <p:sldId id="410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6A6A5235-7CF7-48E5-AB46-5180B6A029E6}">
          <p14:sldIdLst>
            <p14:sldId id="401"/>
            <p14:sldId id="405"/>
            <p14:sldId id="408"/>
            <p14:sldId id="409"/>
            <p14:sldId id="413"/>
            <p14:sldId id="414"/>
            <p14:sldId id="4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5"/>
    <a:srgbClr val="193B6D"/>
    <a:srgbClr val="68B92E"/>
    <a:srgbClr val="898989"/>
    <a:srgbClr val="1F4E79"/>
    <a:srgbClr val="404040"/>
    <a:srgbClr val="FFFFFF"/>
    <a:srgbClr val="BDD7EE"/>
    <a:srgbClr val="F6F6F6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4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37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1C0E2-4DC8-42EB-B882-E786285081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97A67-5DFA-43A9-9DDC-00D8B52A0F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6217A-A7C5-4848-B35B-D8A10DF4A3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BED47-A678-4F43-A840-5E11C24914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tags" Target="../tags/tag8.xml"/><Relationship Id="rId4" Type="http://schemas.openxmlformats.org/officeDocument/2006/relationships/image" Target="../media/image1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-1270"/>
            <a:ext cx="12192000" cy="5414010"/>
          </a:xfrm>
          <a:prstGeom prst="rect">
            <a:avLst/>
          </a:prstGeom>
          <a:solidFill>
            <a:srgbClr val="083966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2-x"/>
          <p:cNvPicPr>
            <a:picLocks noChangeAspect="1"/>
          </p:cNvPicPr>
          <p:nvPr userDrawn="1"/>
        </p:nvPicPr>
        <p:blipFill>
          <a:blip r:embed="rId3"/>
          <a:srcRect l="2586" t="1475" r="800" b="2082"/>
          <a:stretch>
            <a:fillRect/>
          </a:stretch>
        </p:blipFill>
        <p:spPr>
          <a:xfrm>
            <a:off x="0" y="0"/>
            <a:ext cx="12192000" cy="55238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5" y="5960745"/>
            <a:ext cx="1692275" cy="5568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283200"/>
            <a:ext cx="12192000" cy="3600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235" y="5828665"/>
            <a:ext cx="2925445" cy="720090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5470525"/>
          </a:xfrm>
          <a:prstGeom prst="rect">
            <a:avLst/>
          </a:prstGeom>
          <a:solidFill>
            <a:srgbClr val="0839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457700" cy="6858000"/>
          </a:xfrm>
          <a:prstGeom prst="rect">
            <a:avLst/>
          </a:prstGeom>
          <a:solidFill>
            <a:srgbClr val="083966"/>
          </a:solidFill>
          <a:ln>
            <a:noFill/>
          </a:ln>
          <a:effectLst>
            <a:outerShdw blurRad="76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宋体 CN" panose="02020400000000000000" pitchFamily="18" charset="-122"/>
            </a:endParaRPr>
          </a:p>
        </p:txBody>
      </p:sp>
      <p:pic>
        <p:nvPicPr>
          <p:cNvPr id="14" name="图片 13" descr="2-x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5000"/>
          </a:blip>
          <a:srcRect l="6768" t="10" r="10098" b="3547"/>
          <a:stretch>
            <a:fillRect/>
          </a:stretch>
        </p:blipFill>
        <p:spPr>
          <a:xfrm>
            <a:off x="635" y="635"/>
            <a:ext cx="12197715" cy="68573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672" y="266701"/>
            <a:ext cx="1495203" cy="4921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/>
          <p:nvPr userDrawn="1"/>
        </p:nvSpPr>
        <p:spPr>
          <a:xfrm>
            <a:off x="3410037" y="1831320"/>
            <a:ext cx="8781963" cy="1690186"/>
          </a:xfrm>
          <a:custGeom>
            <a:avLst/>
            <a:gdLst/>
            <a:ahLst/>
            <a:cxnLst/>
            <a:rect l="l" t="t" r="r" b="b"/>
            <a:pathLst>
              <a:path w="6586815" h="1404000">
                <a:moveTo>
                  <a:pt x="810600" y="0"/>
                </a:moveTo>
                <a:lnTo>
                  <a:pt x="6586815" y="0"/>
                </a:lnTo>
                <a:lnTo>
                  <a:pt x="6586815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68B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6" name="矩形 6"/>
          <p:cNvSpPr/>
          <p:nvPr userDrawn="1"/>
        </p:nvSpPr>
        <p:spPr>
          <a:xfrm>
            <a:off x="600" y="3225323"/>
            <a:ext cx="8432200" cy="1871903"/>
          </a:xfrm>
          <a:custGeom>
            <a:avLst/>
            <a:gdLst/>
            <a:ahLst/>
            <a:cxnLst/>
            <a:rect l="l" t="t" r="r" b="b"/>
            <a:pathLst>
              <a:path w="4284268" h="1404000">
                <a:moveTo>
                  <a:pt x="0" y="0"/>
                </a:moveTo>
                <a:lnTo>
                  <a:pt x="4284268" y="0"/>
                </a:lnTo>
                <a:lnTo>
                  <a:pt x="3473668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68B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矩形 7"/>
          <p:cNvSpPr/>
          <p:nvPr userDrawn="1"/>
        </p:nvSpPr>
        <p:spPr>
          <a:xfrm>
            <a:off x="600" y="2130778"/>
            <a:ext cx="10612684" cy="2610555"/>
          </a:xfrm>
          <a:custGeom>
            <a:avLst/>
            <a:gdLst/>
            <a:ahLst/>
            <a:cxnLst/>
            <a:rect l="l" t="t" r="r" b="b"/>
            <a:pathLst>
              <a:path w="7959928" h="2268000">
                <a:moveTo>
                  <a:pt x="0" y="0"/>
                </a:moveTo>
                <a:lnTo>
                  <a:pt x="7959928" y="0"/>
                </a:lnTo>
                <a:lnTo>
                  <a:pt x="6650498" y="2268000"/>
                </a:lnTo>
                <a:lnTo>
                  <a:pt x="0" y="226800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10" name="矩形 20"/>
          <p:cNvSpPr/>
          <p:nvPr userDrawn="1"/>
        </p:nvSpPr>
        <p:spPr>
          <a:xfrm>
            <a:off x="10771291" y="2231074"/>
            <a:ext cx="596045" cy="984205"/>
          </a:xfrm>
          <a:custGeom>
            <a:avLst/>
            <a:gdLst/>
            <a:ahLst/>
            <a:cxnLst/>
            <a:rect l="l" t="t" r="r" b="b"/>
            <a:pathLst>
              <a:path w="447057" h="738192">
                <a:moveTo>
                  <a:pt x="77961" y="0"/>
                </a:moveTo>
                <a:lnTo>
                  <a:pt x="447057" y="369096"/>
                </a:lnTo>
                <a:lnTo>
                  <a:pt x="77961" y="738192"/>
                </a:lnTo>
                <a:lnTo>
                  <a:pt x="0" y="660231"/>
                </a:lnTo>
                <a:lnTo>
                  <a:pt x="293910" y="366322"/>
                </a:lnTo>
                <a:lnTo>
                  <a:pt x="2775" y="751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cs typeface="+mn-ea"/>
              <a:sym typeface="+mn-lt"/>
            </a:endParaRPr>
          </a:p>
        </p:txBody>
      </p:sp>
      <p:pic>
        <p:nvPicPr>
          <p:cNvPr id="14" name="图片 13" descr="2-x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15000"/>
          </a:blip>
          <a:srcRect l="6768" t="10" r="10098" b="3547"/>
          <a:stretch>
            <a:fillRect/>
          </a:stretch>
        </p:blipFill>
        <p:spPr>
          <a:xfrm>
            <a:off x="635" y="635"/>
            <a:ext cx="12197715" cy="6857365"/>
          </a:xfrm>
          <a:prstGeom prst="rect">
            <a:avLst/>
          </a:prstGeom>
        </p:spPr>
      </p:pic>
      <p:cxnSp>
        <p:nvCxnSpPr>
          <p:cNvPr id="22" name="直接连接符 21"/>
          <p:cNvCxnSpPr/>
          <p:nvPr userDrawn="1"/>
        </p:nvCxnSpPr>
        <p:spPr>
          <a:xfrm>
            <a:off x="3123943" y="6612164"/>
            <a:ext cx="906780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公开文件版权标识20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0045" y="6463665"/>
            <a:ext cx="2583815" cy="368935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254760" y="6520180"/>
            <a:ext cx="75565" cy="180975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197610" y="6499860"/>
            <a:ext cx="1047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53550" y="6370637"/>
            <a:ext cx="2743200" cy="365125"/>
          </a:xfrm>
        </p:spPr>
        <p:txBody>
          <a:bodyPr/>
          <a:lstStyle/>
          <a:p>
            <a:fld id="{296E1471-BF69-4B77-8F5B-52869E5F110D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1" y="355824"/>
            <a:ext cx="529962" cy="430887"/>
            <a:chOff x="1" y="363398"/>
            <a:chExt cx="529962" cy="430887"/>
          </a:xfrm>
          <a:solidFill>
            <a:srgbClr val="1F4E79"/>
          </a:solidFill>
        </p:grpSpPr>
        <p:sp>
          <p:nvSpPr>
            <p:cNvPr id="9" name="矩形 8"/>
            <p:cNvSpPr/>
            <p:nvPr/>
          </p:nvSpPr>
          <p:spPr>
            <a:xfrm>
              <a:off x="1" y="363398"/>
              <a:ext cx="313142" cy="4308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36号-正文宋楷" panose="02000000000000000000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5050" y="363398"/>
              <a:ext cx="134913" cy="4308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36号-正文宋楷" panose="02000000000000000000" pitchFamily="2" charset="-122"/>
              </a:endParaRPr>
            </a:p>
          </p:txBody>
        </p:sp>
      </p:grpSp>
      <p:cxnSp>
        <p:nvCxnSpPr>
          <p:cNvPr id="22" name="直接连接符 21"/>
          <p:cNvCxnSpPr/>
          <p:nvPr userDrawn="1"/>
        </p:nvCxnSpPr>
        <p:spPr>
          <a:xfrm>
            <a:off x="3123943" y="6612164"/>
            <a:ext cx="906780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360045" y="6463665"/>
            <a:ext cx="2583815" cy="368935"/>
            <a:chOff x="567" y="10179"/>
            <a:chExt cx="4069" cy="581"/>
          </a:xfrm>
        </p:grpSpPr>
        <p:pic>
          <p:nvPicPr>
            <p:cNvPr id="3" name="图片 2" descr="公开文件版权标识202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67" y="10179"/>
              <a:ext cx="4069" cy="581"/>
            </a:xfrm>
            <a:prstGeom prst="rect">
              <a:avLst/>
            </a:prstGeom>
          </p:spPr>
        </p:pic>
        <p:sp>
          <p:nvSpPr>
            <p:cNvPr id="4" name="矩形 3"/>
            <p:cNvSpPr/>
            <p:nvPr userDrawn="1"/>
          </p:nvSpPr>
          <p:spPr>
            <a:xfrm>
              <a:off x="1976" y="10268"/>
              <a:ext cx="119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886" y="10236"/>
              <a:ext cx="165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4B-0B6D-4BD1-ADDD-B200A3C72E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E1471-BF69-4B77-8F5B-52869E5F11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-4445"/>
            <a:ext cx="12191365" cy="5414010"/>
          </a:xfrm>
          <a:prstGeom prst="rect">
            <a:avLst/>
          </a:prstGeom>
          <a:solidFill>
            <a:srgbClr val="083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5255260"/>
            <a:ext cx="12190730" cy="342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8" y="5960441"/>
            <a:ext cx="1692592" cy="5571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67" y="5828828"/>
            <a:ext cx="2925296" cy="7203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073" y="-103973"/>
            <a:ext cx="12275074" cy="69039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2DDBA-A2FF-4290-9286-CA5F6864A4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E1471-BF69-4B77-8F5B-52869E5F110D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672" y="266701"/>
            <a:ext cx="1495203" cy="4921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0"/>
          <p:cNvSpPr txBox="1"/>
          <p:nvPr>
            <p:custDataLst>
              <p:tags r:id="rId1"/>
            </p:custDataLst>
          </p:nvPr>
        </p:nvSpPr>
        <p:spPr>
          <a:xfrm>
            <a:off x="0" y="2178537"/>
            <a:ext cx="12192000" cy="922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kern="1200" dirty="0">
                <a:solidFill>
                  <a:srgbClr val="FBFBFC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60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单击</a:t>
            </a:r>
            <a:r>
              <a:rPr lang="zh-CN" altLang="en-US" sz="6000" b="1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添加</a:t>
            </a:r>
            <a:r>
              <a:rPr lang="en-US" altLang="zh-CN" sz="6000" b="1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PPT</a:t>
            </a:r>
            <a:r>
              <a:rPr lang="zh-CN" altLang="en-US" sz="6000" b="1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主题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7" name="矩形: 圆角 40"/>
          <p:cNvSpPr/>
          <p:nvPr>
            <p:custDataLst>
              <p:tags r:id="rId2"/>
            </p:custDataLst>
          </p:nvPr>
        </p:nvSpPr>
        <p:spPr>
          <a:xfrm>
            <a:off x="4676335" y="3424482"/>
            <a:ext cx="2839330" cy="469963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ea"/>
            </a:endParaRPr>
          </a:p>
        </p:txBody>
      </p:sp>
      <p:sp>
        <p:nvSpPr>
          <p:cNvPr id="8" name="文本框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-14697" y="3549473"/>
            <a:ext cx="12206695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部门</a:t>
            </a:r>
            <a:r>
              <a:rPr lang="en-US" altLang="zh-CN" dirty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-</a:t>
            </a:r>
            <a:r>
              <a:rPr lang="zh-CN" altLang="en-US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汇报人</a:t>
            </a:r>
            <a:endParaRPr lang="zh-CN" altLang="en-US" dirty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0" name="文本占位符 10"/>
          <p:cNvSpPr txBox="1"/>
          <p:nvPr>
            <p:custDataLst>
              <p:tags r:id="rId4"/>
            </p:custDataLst>
          </p:nvPr>
        </p:nvSpPr>
        <p:spPr>
          <a:xfrm>
            <a:off x="0" y="1286624"/>
            <a:ext cx="12192000" cy="922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kern="1200" dirty="0">
                <a:solidFill>
                  <a:srgbClr val="FBFBFC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zh-CN" sz="6000" b="1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2025</a:t>
            </a:r>
            <a:r>
              <a:rPr lang="zh-CN" altLang="en-US" sz="6000" b="1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年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-29392" y="4155360"/>
            <a:ext cx="12206695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Arial" panose="020B0604020202020204" pitchFamily="34" charset="0"/>
              </a:rPr>
              <a:t>2025-xx-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Arial" panose="020B0604020202020204" pitchFamily="34" charset="0"/>
              </a:rPr>
              <a:t>xx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985151" y="1582057"/>
            <a:ext cx="3490686" cy="3490686"/>
            <a:chOff x="1985151" y="1582057"/>
            <a:chExt cx="3490686" cy="3490686"/>
          </a:xfrm>
        </p:grpSpPr>
        <p:grpSp>
          <p:nvGrpSpPr>
            <p:cNvPr id="10" name="组合 9"/>
            <p:cNvGrpSpPr/>
            <p:nvPr/>
          </p:nvGrpSpPr>
          <p:grpSpPr>
            <a:xfrm>
              <a:off x="1985151" y="1582057"/>
              <a:ext cx="3490686" cy="3490686"/>
              <a:chOff x="2743200" y="1752600"/>
              <a:chExt cx="3352800" cy="3352800"/>
            </a:xfrm>
          </p:grpSpPr>
          <p:sp>
            <p:nvSpPr>
              <p:cNvPr id="14" name="椭圆 13"/>
              <p:cNvSpPr/>
              <p:nvPr>
                <p:custDataLst>
                  <p:tags r:id="rId1"/>
                </p:custDataLst>
              </p:nvPr>
            </p:nvSpPr>
            <p:spPr>
              <a:xfrm>
                <a:off x="2743200" y="1752600"/>
                <a:ext cx="3352800" cy="3352800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  <a:effectLst>
                <a:outerShdw blurRad="76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3179166" y="2188567"/>
                <a:ext cx="2480871" cy="2480869"/>
              </a:xfrm>
              <a:prstGeom prst="ellipse">
                <a:avLst/>
              </a:prstGeom>
              <a:solidFill>
                <a:srgbClr val="68B92E"/>
              </a:solidFill>
              <a:ln>
                <a:noFill/>
              </a:ln>
              <a:effectLst>
                <a:outerShdw blurRad="76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11" name="弧形 10"/>
            <p:cNvSpPr/>
            <p:nvPr>
              <p:custDataLst>
                <p:tags r:id="rId3"/>
              </p:custDataLst>
            </p:nvPr>
          </p:nvSpPr>
          <p:spPr>
            <a:xfrm>
              <a:off x="2242732" y="1802328"/>
              <a:ext cx="3012836" cy="3012836"/>
            </a:xfrm>
            <a:prstGeom prst="arc">
              <a:avLst>
                <a:gd name="adj1" fmla="val 1018188"/>
                <a:gd name="adj2" fmla="val 12689553"/>
              </a:avLst>
            </a:prstGeom>
            <a:ln w="12700" cap="rnd">
              <a:solidFill>
                <a:schemeClr val="bg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</a:endParaRPr>
            </a:p>
          </p:txBody>
        </p:sp>
        <p:sp>
          <p:nvSpPr>
            <p:cNvPr id="12" name="弧形 11"/>
            <p:cNvSpPr/>
            <p:nvPr>
              <p:custDataLst>
                <p:tags r:id="rId4"/>
              </p:custDataLst>
            </p:nvPr>
          </p:nvSpPr>
          <p:spPr>
            <a:xfrm>
              <a:off x="2117063" y="1698172"/>
              <a:ext cx="3242662" cy="3242660"/>
            </a:xfrm>
            <a:prstGeom prst="arc">
              <a:avLst>
                <a:gd name="adj1" fmla="val 10690611"/>
                <a:gd name="adj2" fmla="val 7656337"/>
              </a:avLst>
            </a:prstGeom>
            <a:ln w="12700" cap="rnd">
              <a:solidFill>
                <a:schemeClr val="bg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</a:endParaRPr>
            </a:p>
          </p:txBody>
        </p:sp>
      </p:grpSp>
      <p:sp>
        <p:nvSpPr>
          <p:cNvPr id="16" name="椭圆 15"/>
          <p:cNvSpPr/>
          <p:nvPr>
            <p:custDataLst>
              <p:tags r:id="rId5"/>
            </p:custDataLst>
          </p:nvPr>
        </p:nvSpPr>
        <p:spPr>
          <a:xfrm>
            <a:off x="5810903" y="1905903"/>
            <a:ext cx="622300" cy="622300"/>
          </a:xfrm>
          <a:prstGeom prst="ellipse">
            <a:avLst/>
          </a:prstGeom>
          <a:solidFill>
            <a:srgbClr val="68B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文本框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89643" y="2036130"/>
            <a:ext cx="46482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01</a:t>
            </a:r>
            <a:endParaRPr lang="en-US" altLang="zh-CN" sz="20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739590" y="1698258"/>
            <a:ext cx="346573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单击添加标题（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号）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此处书写正文，字号可根据实际需要略作调整。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(18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号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）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5810903" y="3248251"/>
            <a:ext cx="622300" cy="622300"/>
          </a:xfrm>
          <a:prstGeom prst="ellipse">
            <a:avLst/>
          </a:prstGeom>
          <a:solidFill>
            <a:srgbClr val="68B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文本框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879038" y="3378477"/>
            <a:ext cx="4860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02</a:t>
            </a:r>
            <a:endParaRPr lang="en-US" altLang="zh-CN" sz="20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5" name="椭圆 24"/>
          <p:cNvSpPr/>
          <p:nvPr>
            <p:custDataLst>
              <p:tags r:id="rId10"/>
            </p:custDataLst>
          </p:nvPr>
        </p:nvSpPr>
        <p:spPr>
          <a:xfrm>
            <a:off x="5810903" y="4581790"/>
            <a:ext cx="622300" cy="622300"/>
          </a:xfrm>
          <a:prstGeom prst="ellipse">
            <a:avLst/>
          </a:prstGeom>
          <a:solidFill>
            <a:srgbClr val="68B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6" name="文本框 1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879038" y="4712016"/>
            <a:ext cx="4860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03</a:t>
            </a:r>
            <a:endParaRPr lang="en-US" altLang="zh-CN" sz="20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2532166" y="2713038"/>
            <a:ext cx="2260600" cy="6451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2840141" y="3359150"/>
            <a:ext cx="16446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CONTENTS</a:t>
            </a:r>
            <a:endParaRPr lang="en-US" altLang="zh-CN" sz="20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6739590" y="3067318"/>
            <a:ext cx="3465739" cy="11988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单击添加标题（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号）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此处书写正文，字号可根据实际需要略作调整。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(18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号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）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6739590" y="4407803"/>
            <a:ext cx="3465739" cy="11988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单击添加标题（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号）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此处书写正文，字号可根据实际需要略作调整。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(18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号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）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70320"/>
            <a:ext cx="2743200" cy="365125"/>
          </a:xfrm>
        </p:spPr>
        <p:txBody>
          <a:bodyPr/>
          <a:p>
            <a:fld id="{296E1471-BF69-4B77-8F5B-52869E5F110D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10"/>
          <p:cNvSpPr txBox="1"/>
          <p:nvPr>
            <p:custDataLst>
              <p:tags r:id="rId1"/>
            </p:custDataLst>
          </p:nvPr>
        </p:nvSpPr>
        <p:spPr>
          <a:xfrm>
            <a:off x="2180557" y="2591614"/>
            <a:ext cx="222976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6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+mn-lt"/>
              </a:rPr>
              <a:t>01</a:t>
            </a:r>
            <a:endParaRPr lang="en-US" altLang="zh-CN" sz="96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410318" y="3123272"/>
            <a:ext cx="507658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单击添加标题</a:t>
            </a:r>
            <a:endParaRPr lang="zh-CN" altLang="en-US" sz="36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611868" y="355824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sym typeface="字魂36号-正文宋楷" panose="02000000000000000000" pitchFamily="2" charset="-122"/>
              </a:rPr>
              <a:t>标题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70320"/>
            <a:ext cx="2743200" cy="365125"/>
          </a:xfrm>
        </p:spPr>
        <p:txBody>
          <a:bodyPr/>
          <a:p>
            <a:fld id="{296E1471-BF69-4B77-8F5B-52869E5F110D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10"/>
          <p:cNvSpPr txBox="1"/>
          <p:nvPr>
            <p:custDataLst>
              <p:tags r:id="rId1"/>
            </p:custDataLst>
          </p:nvPr>
        </p:nvSpPr>
        <p:spPr>
          <a:xfrm>
            <a:off x="2180557" y="2591614"/>
            <a:ext cx="222976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6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  <a:cs typeface="+mn-ea"/>
                <a:sym typeface="+mn-lt"/>
              </a:rPr>
              <a:t>02</a:t>
            </a:r>
            <a:endParaRPr lang="en-US" altLang="zh-CN" sz="96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410318" y="3123272"/>
            <a:ext cx="507658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 smtClean="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单击添加标题</a:t>
            </a:r>
            <a:endParaRPr lang="zh-CN" altLang="en-US" sz="3600" dirty="0" smtClean="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6E1471-BF69-4B77-8F5B-52869E5F110D}" type="slidenum">
              <a:rPr lang="zh-CN" altLang="en-US" smtClean="0"/>
            </a:fld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611868" y="355824"/>
            <a:ext cx="6220460" cy="4603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标题：思源黑体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/24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号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左对齐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黑色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,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深色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25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字魂36号-正文宋楷" panose="02000000000000000000" pitchFamily="2" charset="-122"/>
              </a:rPr>
              <a:t>%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字魂36号-正文宋楷" panose="020000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846072" y="1976382"/>
            <a:ext cx="6312535" cy="14452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88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</a:rPr>
              <a:t>Thank You!</a:t>
            </a:r>
            <a:endParaRPr lang="en-US" altLang="zh-CN" sz="8800" b="1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commondata" val="eyJoZGlkIjoiMjM4MjM0NWMxZDM0ZWVlMDYzMTdiMGE3Mjk4ZmU4M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演示</Application>
  <PresentationFormat>宽屏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思源宋体 CN</vt:lpstr>
      <vt:lpstr>微软雅黑</vt:lpstr>
      <vt:lpstr>字魂105号-简雅黑</vt:lpstr>
      <vt:lpstr>字魂36号-正文宋楷</vt:lpstr>
      <vt:lpstr>思源黑体 CN Bold</vt:lpstr>
      <vt:lpstr>等线</vt:lpstr>
      <vt:lpstr>思源黑体 CN Regular</vt:lpstr>
      <vt:lpstr>思源宋体 CN Heavy</vt:lpstr>
      <vt:lpstr>黑体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王晨</dc:creator>
  <cp:lastModifiedBy>王晨</cp:lastModifiedBy>
  <cp:revision>224</cp:revision>
  <dcterms:created xsi:type="dcterms:W3CDTF">2021-11-08T01:27:00Z</dcterms:created>
  <dcterms:modified xsi:type="dcterms:W3CDTF">2025-03-20T02:56:50Z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EDE1DE40E5824BC983451440A5113C15_13</vt:lpwstr>
  </property>
  <property fmtid="{D5CDD505-2E9C-101B-9397-08002B2CF9AE}" pid="3" name="KSOProductBuildVer">
    <vt:lpwstr>2052-12.1.0.18276</vt:lpwstr>
  </property>
</Properties>
</file>